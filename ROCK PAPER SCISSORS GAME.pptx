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65" r:id="rId3"/>
    <p:sldId id="266" r:id="rId4"/>
    <p:sldId id="26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24" y="-72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tz KAIRU" userId="f6ff796a2c499bf9" providerId="LiveId" clId="{6AE5B7E1-7946-4547-8656-E21C2EF77994}"/>
    <pc:docChg chg="undo redo custSel modSld">
      <pc:chgData name="Itz KAIRU" userId="f6ff796a2c499bf9" providerId="LiveId" clId="{6AE5B7E1-7946-4547-8656-E21C2EF77994}" dt="2026-10-19T14:21:28.970" v="35" actId="20577"/>
      <pc:docMkLst>
        <pc:docMk/>
      </pc:docMkLst>
      <pc:sldChg chg="modSp mod">
        <pc:chgData name="Itz KAIRU" userId="f6ff796a2c499bf9" providerId="LiveId" clId="{6AE5B7E1-7946-4547-8656-E21C2EF77994}" dt="2026-10-19T14:21:28.970" v="35" actId="20577"/>
        <pc:sldMkLst>
          <pc:docMk/>
          <pc:sldMk cId="2116190161" sldId="266"/>
        </pc:sldMkLst>
        <pc:spChg chg="mod">
          <ac:chgData name="Itz KAIRU" userId="f6ff796a2c499bf9" providerId="LiveId" clId="{6AE5B7E1-7946-4547-8656-E21C2EF77994}" dt="2026-10-19T14:21:28.970" v="35" actId="20577"/>
          <ac:spMkLst>
            <pc:docMk/>
            <pc:sldMk cId="2116190161" sldId="266"/>
            <ac:spMk id="4" creationId="{6CB1016E-C4F6-241D-AC4E-8A876435DBA3}"/>
          </ac:spMkLst>
        </pc:spChg>
      </pc:sldChg>
      <pc:sldChg chg="modSp mod">
        <pc:chgData name="Itz KAIRU" userId="f6ff796a2c499bf9" providerId="LiveId" clId="{6AE5B7E1-7946-4547-8656-E21C2EF77994}" dt="2026-10-19T14:16:10.811" v="30" actId="14100"/>
        <pc:sldMkLst>
          <pc:docMk/>
          <pc:sldMk cId="4145261392" sldId="267"/>
        </pc:sldMkLst>
        <pc:picChg chg="mod">
          <ac:chgData name="Itz KAIRU" userId="f6ff796a2c499bf9" providerId="LiveId" clId="{6AE5B7E1-7946-4547-8656-E21C2EF77994}" dt="2026-10-19T14:16:10.811" v="30" actId="14100"/>
          <ac:picMkLst>
            <pc:docMk/>
            <pc:sldMk cId="4145261392" sldId="267"/>
            <ac:picMk id="20" creationId="{9AC2396C-7244-514A-6BB1-40B3017E03BD}"/>
          </ac:picMkLst>
        </pc:picChg>
      </pc:sldChg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17T17:10:46.122" v="1" actId="14100"/>
      <pc:docMkLst>
        <pc:docMk/>
      </pc:docMkLst>
      <pc:sldChg chg="modSp">
        <pc:chgData name="Guest User" userId="" providerId="Windows Live" clId="Web-{00000000-0000-0000-0000-000000000000}" dt="2026-10-17T17:10:46.122" v="1" actId="14100"/>
        <pc:sldMkLst>
          <pc:docMk/>
          <pc:sldMk cId="4145261392" sldId="267"/>
        </pc:sldMkLst>
        <pc:picChg chg="mod">
          <ac:chgData name="Guest User" userId="" providerId="Windows Live" clId="Web-{00000000-0000-0000-0000-000000000000}" dt="2026-10-17T17:10:46.122" v="1" actId="14100"/>
          <ac:picMkLst>
            <pc:docMk/>
            <pc:sldMk cId="4145261392" sldId="267"/>
            <ac:picMk id="20" creationId="{9AC2396C-7244-514A-6BB1-40B3017E03BD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B48F5-BACC-47D6-A0F7-82FBF9C6BC85}" type="datetimeFigureOut">
              <a:rPr lang="en-US"/>
              <a:t>10/19/2026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ACAF8E-318A-4EFE-8633-D9E72ABCE0E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6559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1CD00-5424-4675-AB18-2C419B060449}" type="datetimeFigureOut">
              <a:rPr lang="en-US"/>
              <a:t>10/19/2026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E2CF44-2B13-41B4-A334-1CDF534EEBB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5385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gray">
          <a:xfrm>
            <a:off x="0" y="2825016"/>
            <a:ext cx="12188952" cy="3180930"/>
          </a:xfrm>
          <a:prstGeom prst="rect">
            <a:avLst/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 bwMode="black">
          <a:xfrm>
            <a:off x="0" y="3075709"/>
            <a:ext cx="12188952" cy="26392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1066800" y="3165763"/>
            <a:ext cx="10058400" cy="1711037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066800" y="4953000"/>
            <a:ext cx="10058400" cy="6858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828800"/>
            <a:ext cx="9144000" cy="2743200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4589463"/>
            <a:ext cx="9144000" cy="150653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0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76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76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2587" y="1600200"/>
            <a:ext cx="3122613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0412" y="762000"/>
            <a:ext cx="6400800" cy="5334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01039" y="3429000"/>
            <a:ext cx="3124161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7952" y="1600200"/>
            <a:ext cx="3127248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81251" y="777240"/>
            <a:ext cx="6400800" cy="530352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97952" y="3429000"/>
            <a:ext cx="3127248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ectangle 7" descr="An empty placeholder to add an image. Click on the placeholder and select the image that you wish to add."/>
          <p:cNvSpPr/>
          <p:nvPr userDrawn="1"/>
        </p:nvSpPr>
        <p:spPr bwMode="blackWhite">
          <a:xfrm>
            <a:off x="644091" y="640080"/>
            <a:ext cx="6675120" cy="5577840"/>
          </a:xfrm>
          <a:prstGeom prst="rect">
            <a:avLst/>
          </a:prstGeom>
          <a:solidFill>
            <a:srgbClr val="000000"/>
          </a:solidFill>
          <a:ln w="101600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57199"/>
            <a:ext cx="1943100" cy="56388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0" y="457199"/>
            <a:ext cx="7048500" cy="56388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800"/>
            <a:ext cx="9144000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0" y="6362700"/>
            <a:ext cx="6881553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0600" y="6362700"/>
            <a:ext cx="9906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29800" y="6362700"/>
            <a:ext cx="8382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Font typeface="Arial" pitchFamily="34" charset="0"/>
        <a:buChar char="•"/>
        <a:defRPr sz="20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itchFamily="34" charset="0"/>
        <a:buChar char="•"/>
        <a:defRPr sz="18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3pPr>
      <a:lvl4pPr marL="12344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4pPr>
      <a:lvl5pPr marL="150876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33172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6060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PH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ROCK PAPER SCISSORS GAME</a:t>
            </a:r>
            <a:endParaRPr sz="4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PH" sz="2400">
                <a:latin typeface="Times New Roman" panose="02020603050405020304" pitchFamily="18" charset="0"/>
                <a:cs typeface="Times New Roman" panose="02020603050405020304" pitchFamily="18" charset="0"/>
              </a:rPr>
              <a:t>A Mini Project Presentation for ITE 260 (Computer Programming 1)</a:t>
            </a:r>
            <a:endParaRPr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1E3932-EE9B-CB14-79FF-E9C71E2746C7}"/>
              </a:ext>
            </a:extLst>
          </p:cNvPr>
          <p:cNvSpPr txBox="1"/>
          <p:nvPr/>
        </p:nvSpPr>
        <p:spPr>
          <a:xfrm>
            <a:off x="10200456" y="3541574"/>
            <a:ext cx="295232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MEMBERS LIST:</a:t>
            </a:r>
          </a:p>
          <a:p>
            <a:r>
              <a:rPr lang="en-US"/>
              <a:t>CABALLERO</a:t>
            </a:r>
            <a:br>
              <a:rPr lang="en-US"/>
            </a:br>
            <a:r>
              <a:rPr lang="en-US"/>
              <a:t>HECHANOVA</a:t>
            </a:r>
          </a:p>
          <a:p>
            <a:r>
              <a:rPr lang="en-US"/>
              <a:t>LEONO</a:t>
            </a:r>
            <a:br>
              <a:rPr lang="en-US"/>
            </a:br>
            <a:r>
              <a:rPr lang="en-US"/>
              <a:t>PEREGRINO</a:t>
            </a:r>
            <a:br>
              <a:rPr lang="en-US"/>
            </a:br>
            <a:r>
              <a:rPr lang="en-US"/>
              <a:t>TORRICO</a:t>
            </a:r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2453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DESCRIPTION:</a:t>
            </a:r>
            <a:endParaRPr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PH" dirty="0"/>
              <a:t>Digital console adaptation of the traditional Rock Paper Scissors game.</a:t>
            </a:r>
          </a:p>
          <a:p>
            <a:pPr lvl="0"/>
            <a:r>
              <a:rPr lang="en-PH" dirty="0"/>
              <a:t>Single-player terminal workspace against an automated computer opponent.</a:t>
            </a:r>
          </a:p>
          <a:p>
            <a:pPr lvl="0"/>
            <a:r>
              <a:rPr lang="en-PH" dirty="0"/>
              <a:t>Built entirely on basic user controls, string arrays, and logic branches.</a:t>
            </a:r>
          </a:p>
          <a:p>
            <a:pPr lvl="0"/>
            <a:r>
              <a:rPr lang="en-PH" dirty="0"/>
              <a:t>Features text normalization methods to process inputs cleanly.</a:t>
            </a:r>
          </a:p>
          <a:p>
            <a:pPr lvl="0"/>
            <a:r>
              <a:rPr lang="en-PH" dirty="0"/>
              <a:t>Highlights fundamental programming building blocks for ITE 260.</a:t>
            </a:r>
          </a:p>
        </p:txBody>
      </p:sp>
    </p:spTree>
    <p:extLst>
      <p:ext uri="{BB962C8B-B14F-4D97-AF65-F5344CB8AC3E}">
        <p14:creationId xmlns:p14="http://schemas.microsoft.com/office/powerpoint/2010/main" val="30428263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OBJECTIVES: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B1016E-C4F6-241D-AC4E-8A876435DB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0" y="1828800"/>
            <a:ext cx="9144000" cy="4050792"/>
          </a:xfrm>
        </p:spPr>
        <p:txBody>
          <a:bodyPr>
            <a:noAutofit/>
          </a:bodyPr>
          <a:lstStyle/>
          <a:p>
            <a:pPr lvl="0"/>
            <a:r>
              <a:rPr lang="en-PH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Objective</a:t>
            </a:r>
          </a:p>
          <a:p>
            <a:pPr marL="0" lvl="0" indent="0">
              <a:buNone/>
            </a:pPr>
            <a:endParaRPr lang="en-PH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PH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fully functional Rock Paper Scissors terminal game application.</a:t>
            </a:r>
          </a:p>
          <a:p>
            <a:pPr lvl="0"/>
            <a:r>
              <a:rPr lang="en-PH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 Objectives</a:t>
            </a:r>
          </a:p>
          <a:p>
            <a:pPr lvl="0"/>
            <a:endParaRPr lang="en-PH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PH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Array Mapping:</a:t>
            </a:r>
            <a:r>
              <a:rPr lang="en-PH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Establish a validation system to check string entries against the choices list variable.</a:t>
            </a:r>
          </a:p>
          <a:p>
            <a:pPr lvl="1"/>
            <a:r>
              <a:rPr lang="en-PH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Unpredictable AI Opponent:</a:t>
            </a:r>
            <a:r>
              <a:rPr lang="en-PH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Program an automated computer choice using the </a:t>
            </a:r>
            <a:r>
              <a:rPr lang="en-PH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random.choice</a:t>
            </a:r>
            <a:r>
              <a:rPr lang="en-PH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library module.</a:t>
            </a:r>
          </a:p>
          <a:p>
            <a:pPr lvl="1"/>
            <a:r>
              <a:rPr lang="en-PH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Conditional Evaluation Matrix:</a:t>
            </a:r>
            <a:r>
              <a:rPr lang="en-PH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Design a structured if/</a:t>
            </a:r>
            <a:r>
              <a:rPr lang="en-PH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PH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/else decision tree to resolve game rules.</a:t>
            </a:r>
          </a:p>
          <a:p>
            <a:pPr lvl="1"/>
            <a:r>
              <a:rPr lang="en-PH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Continuous Replay Management:</a:t>
            </a:r>
            <a:r>
              <a:rPr lang="en-PH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Implement a dynamic control loop (while player == "y") to maintain ongoing game rounds.</a:t>
            </a:r>
          </a:p>
        </p:txBody>
      </p:sp>
    </p:spTree>
    <p:extLst>
      <p:ext uri="{BB962C8B-B14F-4D97-AF65-F5344CB8AC3E}">
        <p14:creationId xmlns:p14="http://schemas.microsoft.com/office/powerpoint/2010/main" val="2116190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FLOW CHART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9AC2396C-7244-514A-6BB1-40B3017E03B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524000" y="1742728"/>
            <a:ext cx="9144000" cy="4637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61392"/>
      </p:ext>
    </p:extLst>
  </p:cSld>
  <p:clrMapOvr>
    <a:masterClrMapping/>
  </p:clrMapOvr>
</p:sld>
</file>

<file path=ppt/theme/theme1.xml><?xml version="1.0" encoding="utf-8"?>
<a:theme xmlns:a="http://schemas.openxmlformats.org/drawingml/2006/main" name="Tech Computer 16x9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901026.potx" id="{FD85E87A-7813-4F67-9E59-69B5487A1910}" vid="{BDF94C36-3ACF-4CF1-939F-F4211E6D666F}"/>
    </a:ext>
  </a:extLst>
</a:theme>
</file>

<file path=ppt/theme/theme2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technology circuit board design presentation (widescreen)</Template>
  <TotalTime>0</TotalTime>
  <Words>177</Words>
  <Application>Microsoft Office PowerPoint</Application>
  <PresentationFormat>Widescreen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Candara</vt:lpstr>
      <vt:lpstr>Consolas</vt:lpstr>
      <vt:lpstr>Times New Roman</vt:lpstr>
      <vt:lpstr>Tech Computer 16x9</vt:lpstr>
      <vt:lpstr>ROCK PAPER SCISSORS GAME</vt:lpstr>
      <vt:lpstr>DESCRIPTION:</vt:lpstr>
      <vt:lpstr>OBJECTIVES:</vt:lpstr>
      <vt:lpstr>FLOW CHART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Itz KAIRU</dc:creator>
  <cp:lastModifiedBy>Itz KAIRU</cp:lastModifiedBy>
  <cp:revision>1</cp:revision>
  <dcterms:created xsi:type="dcterms:W3CDTF">2026-10-17T14:03:56Z</dcterms:created>
  <dcterms:modified xsi:type="dcterms:W3CDTF">2026-10-19T14:21:35Z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