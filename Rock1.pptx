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56" r:id="rId3"/>
    <p:sldId id="265" r:id="rId4"/>
    <p:sldId id="266" r:id="rId5"/>
    <p:sldId id="268" r:id="rId6"/>
    <p:sldId id="269" r:id="rId7"/>
    <p:sldId id="2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00" d="100"/>
          <a:sy n="100" d="100"/>
        </p:scale>
        <p:origin x="-24" y="-720"/>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5pP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endParaRPr lang="en-US"/>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endParaRPr lang="en-US"/>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anose="020B0604020202020204"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anose="020B0604020202020204"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anose="020B0604020202020204"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PH" sz="4500" dirty="0">
                <a:latin typeface="Times New Roman" panose="02020603050405020304" pitchFamily="18" charset="0"/>
                <a:cs typeface="Times New Roman" panose="02020603050405020304" pitchFamily="18" charset="0"/>
              </a:rPr>
              <a:t>ROCK PAPER SCISSORS GAME</a:t>
            </a:r>
            <a:endParaRPr sz="45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PH" sz="2400">
                <a:latin typeface="Times New Roman" panose="02020603050405020304" pitchFamily="18" charset="0"/>
                <a:cs typeface="Times New Roman" panose="02020603050405020304" pitchFamily="18" charset="0"/>
              </a:rPr>
              <a:t>A Mini Project Presentation for ITE 260 (Computer Programming 1)</a:t>
            </a:r>
            <a:endParaRPr sz="2400">
              <a:latin typeface="Times New Roman" panose="02020603050405020304" pitchFamily="18" charset="0"/>
              <a:cs typeface="Times New Roman" panose="02020603050405020304" pitchFamily="18" charset="0"/>
            </a:endParaRPr>
          </a:p>
        </p:txBody>
      </p:sp>
      <p:sp>
        <p:nvSpPr>
          <p:cNvPr id="4" name="TextBox 3"/>
          <p:cNvSpPr txBox="1"/>
          <p:nvPr/>
        </p:nvSpPr>
        <p:spPr>
          <a:xfrm>
            <a:off x="10200456" y="3541574"/>
            <a:ext cx="2952328" cy="1754326"/>
          </a:xfrm>
          <a:prstGeom prst="rect">
            <a:avLst/>
          </a:prstGeom>
          <a:noFill/>
        </p:spPr>
        <p:txBody>
          <a:bodyPr wrap="square" rtlCol="0">
            <a:spAutoFit/>
          </a:bodyPr>
          <a:lstStyle/>
          <a:p>
            <a:r>
              <a:rPr lang="en-US"/>
              <a:t>MEMBERS LIST:</a:t>
            </a:r>
            <a:endParaRPr lang="en-US"/>
          </a:p>
          <a:p>
            <a:r>
              <a:rPr lang="en-US"/>
              <a:t>CABALLERO</a:t>
            </a:r>
            <a:br>
              <a:rPr lang="en-US"/>
            </a:br>
            <a:r>
              <a:rPr lang="en-US"/>
              <a:t>HECHANOVA</a:t>
            </a:r>
            <a:endParaRPr lang="en-US"/>
          </a:p>
          <a:p>
            <a:r>
              <a:rPr lang="en-US"/>
              <a:t>LEONO</a:t>
            </a:r>
            <a:br>
              <a:rPr lang="en-US"/>
            </a:br>
            <a:r>
              <a:rPr lang="en-US"/>
              <a:t>PEREGRINO</a:t>
            </a:r>
            <a:br>
              <a:rPr lang="en-US"/>
            </a:br>
            <a:r>
              <a:rPr lang="en-US"/>
              <a:t>TORRICO</a:t>
            </a:r>
            <a:endParaRPr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DESCRIPTION:</a:t>
            </a:r>
            <a:endParaRPr lang="en-US"/>
          </a:p>
        </p:txBody>
      </p:sp>
      <p:sp>
        <p:nvSpPr>
          <p:cNvPr id="14" name="Content Placeholder 13"/>
          <p:cNvSpPr>
            <a:spLocks noGrp="1"/>
          </p:cNvSpPr>
          <p:nvPr>
            <p:ph idx="1"/>
          </p:nvPr>
        </p:nvSpPr>
        <p:spPr/>
        <p:txBody>
          <a:bodyPr/>
          <a:lstStyle/>
          <a:p>
            <a:pPr lvl="0"/>
            <a:r>
              <a:rPr lang="en-PH" dirty="0"/>
              <a:t>Digital console adaptation of the traditional Rock Paper Scissors game.</a:t>
            </a:r>
            <a:endParaRPr lang="en-PH" dirty="0"/>
          </a:p>
          <a:p>
            <a:pPr lvl="0"/>
            <a:r>
              <a:rPr lang="en-PH" dirty="0"/>
              <a:t>Single-player terminal workspace against an automated computer opponent.</a:t>
            </a:r>
            <a:endParaRPr lang="en-PH" dirty="0"/>
          </a:p>
          <a:p>
            <a:pPr lvl="0"/>
            <a:r>
              <a:rPr lang="en-PH" dirty="0"/>
              <a:t>Built entirely on basic user controls, string arrays, and logic branches.</a:t>
            </a:r>
            <a:endParaRPr lang="en-PH" dirty="0"/>
          </a:p>
          <a:p>
            <a:pPr lvl="0"/>
            <a:r>
              <a:rPr lang="en-PH" dirty="0"/>
              <a:t>Features text normalization methods to process inputs cleanly.</a:t>
            </a:r>
            <a:endParaRPr lang="en-PH" dirty="0"/>
          </a:p>
          <a:p>
            <a:pPr lvl="0"/>
            <a:r>
              <a:rPr lang="en-PH" dirty="0"/>
              <a:t>Highlights fundamental programming building blocks for ITE 260.</a:t>
            </a:r>
            <a:endParaRPr lang="en-PH"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endParaRPr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524000" y="1828800"/>
            <a:ext cx="9144000" cy="4050792"/>
          </a:xfrm>
        </p:spPr>
        <p:txBody>
          <a:bodyPr>
            <a:noAutofit/>
          </a:bodyPr>
          <a:lstStyle/>
          <a:p>
            <a:pPr lvl="0"/>
            <a:r>
              <a:rPr lang="en-PH" sz="1700" b="1" dirty="0">
                <a:latin typeface="Times New Roman" panose="02020603050405020304" pitchFamily="18" charset="0"/>
                <a:cs typeface="Times New Roman" panose="02020603050405020304" pitchFamily="18" charset="0"/>
              </a:rPr>
              <a:t>General Objective</a:t>
            </a:r>
            <a:endParaRPr lang="en-PH" sz="1700" b="1" dirty="0">
              <a:latin typeface="Times New Roman" panose="02020603050405020304" pitchFamily="18" charset="0"/>
              <a:cs typeface="Times New Roman" panose="02020603050405020304" pitchFamily="18" charset="0"/>
            </a:endParaRPr>
          </a:p>
          <a:p>
            <a:pPr marL="0" lvl="0" indent="0">
              <a:buNone/>
            </a:pPr>
            <a:endParaRPr lang="en-PH" sz="1700" dirty="0">
              <a:latin typeface="Times New Roman" panose="02020603050405020304" pitchFamily="18" charset="0"/>
              <a:cs typeface="Times New Roman" panose="02020603050405020304" pitchFamily="18" charset="0"/>
            </a:endParaRPr>
          </a:p>
          <a:p>
            <a:pPr lvl="1"/>
            <a:r>
              <a:rPr lang="en-PH" sz="1700" dirty="0">
                <a:latin typeface="Times New Roman" panose="02020603050405020304" pitchFamily="18" charset="0"/>
                <a:cs typeface="Times New Roman" panose="02020603050405020304" pitchFamily="18" charset="0"/>
              </a:rPr>
              <a:t>To develop a fully functional Rock Paper Scissors terminal game application.</a:t>
            </a:r>
            <a:endParaRPr lang="en-PH" sz="1700" dirty="0">
              <a:latin typeface="Times New Roman" panose="02020603050405020304" pitchFamily="18" charset="0"/>
              <a:cs typeface="Times New Roman" panose="02020603050405020304" pitchFamily="18" charset="0"/>
            </a:endParaRPr>
          </a:p>
          <a:p>
            <a:pPr lvl="0"/>
            <a:r>
              <a:rPr lang="en-PH" sz="1700" b="1" dirty="0">
                <a:latin typeface="Times New Roman" panose="02020603050405020304" pitchFamily="18" charset="0"/>
                <a:cs typeface="Times New Roman" panose="02020603050405020304" pitchFamily="18" charset="0"/>
              </a:rPr>
              <a:t>Specific Objectives</a:t>
            </a:r>
            <a:endParaRPr lang="en-PH" sz="1700" b="1" dirty="0">
              <a:latin typeface="Times New Roman" panose="02020603050405020304" pitchFamily="18" charset="0"/>
              <a:cs typeface="Times New Roman" panose="02020603050405020304" pitchFamily="18" charset="0"/>
            </a:endParaRPr>
          </a:p>
          <a:p>
            <a:pPr lvl="0"/>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Input Array Mapping:</a:t>
            </a:r>
            <a:r>
              <a:rPr lang="en-PH" sz="1700" dirty="0">
                <a:latin typeface="Times New Roman" panose="02020603050405020304" pitchFamily="18" charset="0"/>
                <a:cs typeface="Times New Roman" panose="02020603050405020304" pitchFamily="18" charset="0"/>
              </a:rPr>
              <a:t> Establish a validation system to check string entries against the choices list variable.</a:t>
            </a:r>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Unpredictable AI Opponent:</a:t>
            </a:r>
            <a:r>
              <a:rPr lang="en-PH" sz="1700" dirty="0">
                <a:latin typeface="Times New Roman" panose="02020603050405020304" pitchFamily="18" charset="0"/>
                <a:cs typeface="Times New Roman" panose="02020603050405020304" pitchFamily="18" charset="0"/>
              </a:rPr>
              <a:t> Program an automated computer choice using the </a:t>
            </a:r>
            <a:r>
              <a:rPr lang="en-PH" sz="1700" dirty="0" err="1">
                <a:latin typeface="Times New Roman" panose="02020603050405020304" pitchFamily="18" charset="0"/>
                <a:cs typeface="Times New Roman" panose="02020603050405020304" pitchFamily="18" charset="0"/>
              </a:rPr>
              <a:t>random.choice</a:t>
            </a:r>
            <a:r>
              <a:rPr lang="en-PH" sz="1700" dirty="0">
                <a:latin typeface="Times New Roman" panose="02020603050405020304" pitchFamily="18" charset="0"/>
                <a:cs typeface="Times New Roman" panose="02020603050405020304" pitchFamily="18" charset="0"/>
              </a:rPr>
              <a:t> library module.</a:t>
            </a:r>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Conditional Evaluation Matrix:</a:t>
            </a:r>
            <a:r>
              <a:rPr lang="en-PH" sz="1700" dirty="0">
                <a:latin typeface="Times New Roman" panose="02020603050405020304" pitchFamily="18" charset="0"/>
                <a:cs typeface="Times New Roman" panose="02020603050405020304" pitchFamily="18" charset="0"/>
              </a:rPr>
              <a:t> Design a structured if/</a:t>
            </a:r>
            <a:r>
              <a:rPr lang="en-PH" sz="1700" dirty="0" err="1">
                <a:latin typeface="Times New Roman" panose="02020603050405020304" pitchFamily="18" charset="0"/>
                <a:cs typeface="Times New Roman" panose="02020603050405020304" pitchFamily="18" charset="0"/>
              </a:rPr>
              <a:t>elif</a:t>
            </a:r>
            <a:r>
              <a:rPr lang="en-PH" sz="1700" dirty="0">
                <a:latin typeface="Times New Roman" panose="02020603050405020304" pitchFamily="18" charset="0"/>
                <a:cs typeface="Times New Roman" panose="02020603050405020304" pitchFamily="18" charset="0"/>
              </a:rPr>
              <a:t>/else decision tree to resolve game rules.</a:t>
            </a:r>
            <a:endParaRPr lang="en-PH" sz="1700" dirty="0">
              <a:latin typeface="Times New Roman" panose="02020603050405020304" pitchFamily="18" charset="0"/>
              <a:cs typeface="Times New Roman" panose="02020603050405020304" pitchFamily="18" charset="0"/>
            </a:endParaRPr>
          </a:p>
          <a:p>
            <a:pPr lvl="1"/>
            <a:r>
              <a:rPr lang="en-PH" sz="1700" b="1" dirty="0">
                <a:latin typeface="Times New Roman" panose="02020603050405020304" pitchFamily="18" charset="0"/>
                <a:cs typeface="Times New Roman" panose="02020603050405020304" pitchFamily="18" charset="0"/>
              </a:rPr>
              <a:t>Continuous Replay Management:</a:t>
            </a:r>
            <a:r>
              <a:rPr lang="en-PH" sz="1700" dirty="0">
                <a:latin typeface="Times New Roman" panose="02020603050405020304" pitchFamily="18" charset="0"/>
                <a:cs typeface="Times New Roman" panose="02020603050405020304" pitchFamily="18" charset="0"/>
              </a:rPr>
              <a:t> Implement a dynamic control loop (while player == "y") to maintain ongoing game rounds.</a:t>
            </a:r>
            <a:endParaRPr lang="en-PH"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atin typeface="Times New Roman" panose="02020603050405020304" pitchFamily="18" charset="0"/>
                <a:cs typeface="Times New Roman" panose="02020603050405020304" pitchFamily="18" charset="0"/>
              </a:rPr>
              <a:t>Scope and Limitations </a:t>
            </a:r>
            <a:endParaRPr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524000" y="1828800"/>
            <a:ext cx="9144000" cy="4050792"/>
          </a:xfrm>
        </p:spPr>
        <p:txBody>
          <a:bodyPr>
            <a:noAutofit/>
          </a:bodyPr>
          <a:lstStyle/>
          <a:p>
            <a:pPr marL="0" lvl="0" indent="0">
              <a:buNone/>
            </a:pPr>
            <a:r>
              <a:rPr lang="en-US" altLang="en-US" sz="2200" dirty="0">
                <a:latin typeface="Times New Roman" panose="02020603050405020304" pitchFamily="18" charset="0"/>
                <a:cs typeface="Times New Roman" panose="02020603050405020304" pitchFamily="18" charset="0"/>
              </a:rPr>
              <a:t>The scope of our project focuses on the core mechanics of a standard Rock Paper Scissors match between a player and a computer. The application runs locally on a computer terminal and processes one round after another until the player decides to exit. </a:t>
            </a:r>
            <a:br>
              <a:rPr lang="en-US" altLang="en-US" sz="2200" dirty="0">
                <a:latin typeface="Times New Roman" panose="02020603050405020304" pitchFamily="18" charset="0"/>
                <a:cs typeface="Times New Roman" panose="02020603050405020304" pitchFamily="18" charset="0"/>
              </a:rPr>
            </a:br>
            <a:br>
              <a:rPr lang="en-US" altLang="en-US" sz="2200" dirty="0">
                <a:latin typeface="Times New Roman" panose="02020603050405020304" pitchFamily="18" charset="0"/>
                <a:cs typeface="Times New Roman" panose="02020603050405020304" pitchFamily="18" charset="0"/>
              </a:rPr>
            </a:br>
            <a:r>
              <a:rPr lang="en-US" altLang="en-US" sz="2200" dirty="0">
                <a:solidFill>
                  <a:srgbClr val="92D050"/>
                </a:solidFill>
                <a:latin typeface="Times New Roman" panose="02020603050405020304" pitchFamily="18" charset="0"/>
                <a:cs typeface="Times New Roman" panose="02020603050405020304" pitchFamily="18" charset="0"/>
              </a:rPr>
              <a:t>LIMITATIONS:</a:t>
            </a:r>
            <a:br>
              <a:rPr lang="en-US" altLang="en-US" sz="2200"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the program uses local memory, meaning all high scores and match histories are completely reset every time you close the application. It also does not support online multiplayer or advanced graphics since it is built purely to test our core programming fundamentals. Lastly, the AI opponent does not learn from the player's habits and relies purely on random selection.</a:t>
            </a: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91135"/>
            <a:ext cx="9144000" cy="1143000"/>
          </a:xfrm>
        </p:spPr>
        <p:txBody>
          <a:bodyPr>
            <a:normAutofit/>
          </a:bodyPr>
          <a:lstStyle/>
          <a:p>
            <a:r>
              <a:rPr lang="en-US" dirty="0">
                <a:latin typeface="Times New Roman" panose="02020603050405020304" pitchFamily="18" charset="0"/>
                <a:cs typeface="Times New Roman" panose="02020603050405020304" pitchFamily="18" charset="0"/>
              </a:rPr>
              <a:t>SOURCE CODE:</a:t>
            </a: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524000" y="1447800"/>
            <a:ext cx="9144000" cy="3441700"/>
          </a:xfrm>
        </p:spPr>
        <p:txBody>
          <a:bodyPr>
            <a:noAutofit/>
          </a:bodyPr>
          <a:lstStyle/>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import random </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choices=["rock","paper","scissors"]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print("WELCOME TO ROCK PAPER 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player=input("Do you want to play?y/n: ")</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while player=="y":</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player=input("choose rock,paper,scissors: ").lower()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if player not in choices: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print("invalid choice!please choose rock,paper,or 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else:</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computer = random.choice (choices) </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rPr>
              <a:t>    </a:t>
            </a:r>
            <a:r>
              <a:rPr lang="en-US" altLang="en-US" sz="1200" dirty="0">
                <a:solidFill>
                  <a:schemeClr val="tx1"/>
                </a:solidFill>
                <a:latin typeface="Times New Roman" panose="02020603050405020304" pitchFamily="18" charset="0"/>
                <a:cs typeface="Times New Roman" panose="02020603050405020304" pitchFamily="18" charset="0"/>
                <a:sym typeface="+mn-ea"/>
              </a:rPr>
              <a:t>print ("computer choose:",computer)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if player == computer: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print("It's a draw!")</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elif player == "rock" and computer == "scissors":</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print("You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elif player == "paper" and computer == "rock":</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print("You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elif player == "scissors" and computer == "paper":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print("You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else:</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print("Computers win!")</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  player = input ("Do you want to play again? y/n: ").lower()</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r>
              <a:rPr lang="en-US" altLang="en-US" sz="1200" dirty="0">
                <a:solidFill>
                  <a:schemeClr val="tx1"/>
                </a:solidFill>
                <a:latin typeface="Times New Roman" panose="02020603050405020304" pitchFamily="18" charset="0"/>
                <a:cs typeface="Times New Roman" panose="02020603050405020304" pitchFamily="18" charset="0"/>
                <a:sym typeface="+mn-ea"/>
              </a:rPr>
              <a:t>print("Thanks for playing?")</a:t>
            </a: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endParaRPr lang="en-US" altLang="en-US" sz="1200" dirty="0">
              <a:solidFill>
                <a:schemeClr val="tx1"/>
              </a:solidFill>
              <a:latin typeface="Times New Roman" panose="02020603050405020304" pitchFamily="18" charset="0"/>
              <a:cs typeface="Times New Roman" panose="02020603050405020304" pitchFamily="18" charset="0"/>
            </a:endParaRPr>
          </a:p>
          <a:p>
            <a:pPr marL="0" lvl="0" indent="0">
              <a:lnSpc>
                <a:spcPct val="0"/>
              </a:lnSpc>
              <a:buNone/>
            </a:pPr>
            <a:endParaRPr lang="en-US" alt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FLOW CHART</a:t>
            </a:r>
            <a:endParaRPr>
              <a:latin typeface="Times New Roman" panose="02020603050405020304" pitchFamily="18" charset="0"/>
              <a:cs typeface="Times New Roman" panose="02020603050405020304" pitchFamily="18" charset="0"/>
            </a:endParaRPr>
          </a:p>
        </p:txBody>
      </p:sp>
      <p:pic>
        <p:nvPicPr>
          <p:cNvPr id="20" name="Content Placeholder 19"/>
          <p:cNvPicPr>
            <a:picLocks noGrp="1" noChangeAspect="1"/>
          </p:cNvPicPr>
          <p:nvPr>
            <p:ph sz="half" idx="1"/>
          </p:nvPr>
        </p:nvPicPr>
        <p:blipFill>
          <a:blip r:embed="rId1"/>
          <a:stretch>
            <a:fillRect/>
          </a:stretch>
        </p:blipFill>
        <p:spPr>
          <a:xfrm>
            <a:off x="1524000" y="1742728"/>
            <a:ext cx="9144000" cy="4637112"/>
          </a:xfrm>
          <a:prstGeom prst="rect">
            <a:avLst/>
          </a:prstGeom>
        </p:spPr>
      </p:pic>
    </p:spTree>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0</TotalTime>
  <Words>2513</Words>
  <Application>WPS Presentation</Application>
  <PresentationFormat>Widescreen</PresentationFormat>
  <Paragraphs>62</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Times New Roman</vt:lpstr>
      <vt:lpstr>Candara</vt:lpstr>
      <vt:lpstr>Microsoft YaHei</vt:lpstr>
      <vt:lpstr>Arial Unicode MS</vt:lpstr>
      <vt:lpstr>Consolas</vt:lpstr>
      <vt:lpstr>Tech Computer 16x9</vt:lpstr>
      <vt:lpstr>ROCK PAPER SCISSORS GAME</vt:lpstr>
      <vt:lpstr>DESCRIPTION:</vt:lpstr>
      <vt:lpstr>OBJECTIVES:</vt:lpstr>
      <vt:lpstr>OBJECTIVES:</vt:lpstr>
      <vt:lpstr>Scope and Limitations </vt:lpstr>
      <vt:lpstr>FLOW CHART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Itz KAIRU</dc:creator>
  <cp:lastModifiedBy>User</cp:lastModifiedBy>
  <cp:revision>5</cp:revision>
  <dcterms:created xsi:type="dcterms:W3CDTF">2026-10-17T14:03:00Z</dcterms:created>
  <dcterms:modified xsi:type="dcterms:W3CDTF">2026-10-27T08:07:23Z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1033-12.1.0.29162</vt:lpwstr>
  </property>
  <property fmtid="{D5CDD505-2E9C-101B-9397-08002B2CF9AE}" pid="9" name="ICV">
    <vt:lpwstr>FDAF9993DFC74BFC8E7C5A13BC240ABA_13</vt:lpwstr>
  </property>
</Properties>
</file>